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/>
  <p:sldSz cx="9906000" cy="6858000" type="A4"/>
  <p:notesSz cx="9236075" cy="6950075"/>
  <p:embeddedFontLst>
    <p:embeddedFont>
      <p:font typeface="LG Smart_H Regular" panose="020B0604020202020204" charset="-127"/>
      <p:regular r:id="rId11"/>
    </p:embeddedFont>
    <p:embeddedFont>
      <p:font typeface="맑은 고딕" panose="020B0503020000020004" pitchFamily="34" charset="-127"/>
      <p:regular r:id="rId12"/>
      <p:bold r:id="rId13"/>
    </p:embeddedFont>
    <p:embeddedFont>
      <p:font typeface="Arial Narrow" panose="020B0606020202030204" pitchFamily="34" charset="0"/>
      <p:regular r:id="rId14"/>
      <p:bold r:id="rId15"/>
      <p:italic r:id="rId16"/>
      <p:boldItalic r:id="rId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2" pos="172" userDrawn="1">
          <p15:clr>
            <a:srgbClr val="A4A3A4"/>
          </p15:clr>
        </p15:guide>
        <p15:guide id="3" pos="6068" userDrawn="1">
          <p15:clr>
            <a:srgbClr val="A4A3A4"/>
          </p15:clr>
        </p15:guide>
        <p15:guide id="4" orient="horz" pos="572" userDrawn="1">
          <p15:clr>
            <a:srgbClr val="A4A3A4"/>
          </p15:clr>
        </p15:guide>
        <p15:guide id="5" pos="3120" userDrawn="1">
          <p15:clr>
            <a:srgbClr val="A4A3A4"/>
          </p15:clr>
        </p15:guide>
        <p15:guide id="6" orient="horz" pos="2205" userDrawn="1">
          <p15:clr>
            <a:srgbClr val="A4A3A4"/>
          </p15:clr>
        </p15:guide>
        <p15:guide id="7" orient="horz" pos="799" userDrawn="1">
          <p15:clr>
            <a:srgbClr val="A4A3A4"/>
          </p15:clr>
        </p15:guide>
        <p15:guide id="8" pos="1351" userDrawn="1">
          <p15:clr>
            <a:srgbClr val="A4A3A4"/>
          </p15:clr>
        </p15:guide>
        <p15:guide id="9" pos="2848" userDrawn="1">
          <p15:clr>
            <a:srgbClr val="A4A3A4"/>
          </p15:clr>
        </p15:guide>
        <p15:guide id="10" orient="horz" pos="2931" userDrawn="1">
          <p15:clr>
            <a:srgbClr val="A4A3A4"/>
          </p15:clr>
        </p15:guide>
        <p15:guide id="11" pos="1805" userDrawn="1">
          <p15:clr>
            <a:srgbClr val="A4A3A4"/>
          </p15:clr>
        </p15:guide>
        <p15:guide id="12" pos="308" userDrawn="1">
          <p15:clr>
            <a:srgbClr val="A4A3A4"/>
          </p15:clr>
        </p15:guide>
        <p15:guide id="13" orient="horz" pos="21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006600"/>
    <a:srgbClr val="2BF70F"/>
    <a:srgbClr val="008000"/>
    <a:srgbClr val="00FF00"/>
    <a:srgbClr val="FFFF99"/>
    <a:srgbClr val="BFBFBF"/>
    <a:srgbClr val="0000FF"/>
    <a:srgbClr val="DDDDDD"/>
    <a:srgbClr val="7B7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2F2581-5562-401D-AAF9-4EEB184A2C07}" v="99" dt="2026-01-22T19:37:22.6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93" autoAdjust="0"/>
    <p:restoredTop sz="95033" autoAdjust="0"/>
  </p:normalViewPr>
  <p:slideViewPr>
    <p:cSldViewPr>
      <p:cViewPr>
        <p:scale>
          <a:sx n="100" d="100"/>
          <a:sy n="100" d="100"/>
        </p:scale>
        <p:origin x="3690" y="318"/>
      </p:cViewPr>
      <p:guideLst>
        <p:guide orient="horz" pos="4065"/>
        <p:guide pos="172"/>
        <p:guide pos="6068"/>
        <p:guide orient="horz" pos="572"/>
        <p:guide pos="3120"/>
        <p:guide orient="horz" pos="2205"/>
        <p:guide orient="horz" pos="799"/>
        <p:guide pos="1351"/>
        <p:guide pos="2848"/>
        <p:guide orient="horz" pos="2931"/>
        <p:guide pos="1805"/>
        <p:guide pos="308"/>
        <p:guide orient="horz" pos="21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236"/>
    </p:cViewPr>
  </p:sorterViewPr>
  <p:notesViewPr>
    <p:cSldViewPr>
      <p:cViewPr varScale="1">
        <p:scale>
          <a:sx n="68" d="100"/>
          <a:sy n="68" d="100"/>
        </p:scale>
        <p:origin x="2076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 Gmz" userId="b76f9714946e538b" providerId="LiveId" clId="{E97D421E-0C31-40C7-9874-2F115D1A5469}"/>
    <pc:docChg chg="undo custSel addSld delSld modSld">
      <pc:chgData name="Chai Gmz" userId="b76f9714946e538b" providerId="LiveId" clId="{E97D421E-0C31-40C7-9874-2F115D1A5469}" dt="2026-01-22T19:37:22.624" v="740" actId="1076"/>
      <pc:docMkLst>
        <pc:docMk/>
      </pc:docMkLst>
      <pc:sldChg chg="addSp modSp mod">
        <pc:chgData name="Chai Gmz" userId="b76f9714946e538b" providerId="LiveId" clId="{E97D421E-0C31-40C7-9874-2F115D1A5469}" dt="2026-01-22T19:11:45.122" v="486" actId="20577"/>
        <pc:sldMkLst>
          <pc:docMk/>
          <pc:sldMk cId="849937423" sldId="713"/>
        </pc:sldMkLst>
        <pc:spChg chg="mod">
          <ac:chgData name="Chai Gmz" userId="b76f9714946e538b" providerId="LiveId" clId="{E97D421E-0C31-40C7-9874-2F115D1A5469}" dt="2026-01-22T19:10:46.470" v="476" actId="313"/>
          <ac:spMkLst>
            <pc:docMk/>
            <pc:sldMk cId="849937423" sldId="713"/>
            <ac:spMk id="3" creationId="{580C5CFB-9B54-9C46-66E0-F14521AFBA1F}"/>
          </ac:spMkLst>
        </pc:spChg>
        <pc:spChg chg="mod">
          <ac:chgData name="Chai Gmz" userId="b76f9714946e538b" providerId="LiveId" clId="{E97D421E-0C31-40C7-9874-2F115D1A5469}" dt="2026-01-22T19:10:39.119" v="475" actId="1076"/>
          <ac:spMkLst>
            <pc:docMk/>
            <pc:sldMk cId="849937423" sldId="713"/>
            <ac:spMk id="5" creationId="{0F06DC48-EF45-9906-E300-4E8216FB143D}"/>
          </ac:spMkLst>
        </pc:spChg>
        <pc:spChg chg="mod">
          <ac:chgData name="Chai Gmz" userId="b76f9714946e538b" providerId="LiveId" clId="{E97D421E-0C31-40C7-9874-2F115D1A5469}" dt="2026-01-22T19:11:06.651" v="481" actId="1076"/>
          <ac:spMkLst>
            <pc:docMk/>
            <pc:sldMk cId="849937423" sldId="713"/>
            <ac:spMk id="6" creationId="{A2530A27-548A-CB19-240D-3EE90E4AE1D9}"/>
          </ac:spMkLst>
        </pc:spChg>
        <pc:spChg chg="add mod">
          <ac:chgData name="Chai Gmz" userId="b76f9714946e538b" providerId="LiveId" clId="{E97D421E-0C31-40C7-9874-2F115D1A5469}" dt="2026-01-22T19:11:11.614" v="482" actId="1076"/>
          <ac:spMkLst>
            <pc:docMk/>
            <pc:sldMk cId="849937423" sldId="713"/>
            <ac:spMk id="7" creationId="{CDC4B655-61A1-CCA4-D703-A79C9840455E}"/>
          </ac:spMkLst>
        </pc:spChg>
        <pc:spChg chg="mod">
          <ac:chgData name="Chai Gmz" userId="b76f9714946e538b" providerId="LiveId" clId="{E97D421E-0C31-40C7-9874-2F115D1A5469}" dt="2026-01-22T19:11:45.122" v="486" actId="20577"/>
          <ac:spMkLst>
            <pc:docMk/>
            <pc:sldMk cId="849937423" sldId="713"/>
            <ac:spMk id="15" creationId="{00000000-0000-0000-0000-000000000000}"/>
          </ac:spMkLst>
        </pc:spChg>
      </pc:sldChg>
      <pc:sldChg chg="modSp">
        <pc:chgData name="Chai Gmz" userId="b76f9714946e538b" providerId="LiveId" clId="{E97D421E-0C31-40C7-9874-2F115D1A5469}" dt="2026-01-22T18:43:34.133" v="3"/>
        <pc:sldMkLst>
          <pc:docMk/>
          <pc:sldMk cId="953355198" sldId="1671"/>
        </pc:sldMkLst>
        <pc:spChg chg="mod">
          <ac:chgData name="Chai Gmz" userId="b76f9714946e538b" providerId="LiveId" clId="{E97D421E-0C31-40C7-9874-2F115D1A5469}" dt="2026-01-22T18:43:34.133" v="3"/>
          <ac:spMkLst>
            <pc:docMk/>
            <pc:sldMk cId="953355198" sldId="1671"/>
            <ac:spMk id="5" creationId="{2F8F9863-FCBB-6113-CFE6-623ED4F8ED81}"/>
          </ac:spMkLst>
        </pc:spChg>
      </pc:sldChg>
      <pc:sldChg chg="del">
        <pc:chgData name="Chai Gmz" userId="b76f9714946e538b" providerId="LiveId" clId="{E97D421E-0C31-40C7-9874-2F115D1A5469}" dt="2026-01-22T18:24:03.416" v="0" actId="47"/>
        <pc:sldMkLst>
          <pc:docMk/>
          <pc:sldMk cId="1926146302" sldId="1672"/>
        </pc:sldMkLst>
      </pc:sldChg>
      <pc:sldChg chg="modSp">
        <pc:chgData name="Chai Gmz" userId="b76f9714946e538b" providerId="LiveId" clId="{E97D421E-0C31-40C7-9874-2F115D1A5469}" dt="2026-01-22T18:43:34.133" v="3"/>
        <pc:sldMkLst>
          <pc:docMk/>
          <pc:sldMk cId="426309941" sldId="1673"/>
        </pc:sldMkLst>
        <pc:spChg chg="mod">
          <ac:chgData name="Chai Gmz" userId="b76f9714946e538b" providerId="LiveId" clId="{E97D421E-0C31-40C7-9874-2F115D1A5469}" dt="2026-01-22T18:43:34.133" v="3"/>
          <ac:spMkLst>
            <pc:docMk/>
            <pc:sldMk cId="426309941" sldId="1673"/>
            <ac:spMk id="4" creationId="{B50A2D7C-8BA5-4659-6A5E-2A4F4CABF8E2}"/>
          </ac:spMkLst>
        </pc:spChg>
      </pc:sldChg>
      <pc:sldChg chg="modSp mod">
        <pc:chgData name="Chai Gmz" userId="b76f9714946e538b" providerId="LiveId" clId="{E97D421E-0C31-40C7-9874-2F115D1A5469}" dt="2026-01-22T18:43:30.583" v="2" actId="313"/>
        <pc:sldMkLst>
          <pc:docMk/>
          <pc:sldMk cId="2071887570" sldId="1674"/>
        </pc:sldMkLst>
        <pc:spChg chg="mod">
          <ac:chgData name="Chai Gmz" userId="b76f9714946e538b" providerId="LiveId" clId="{E97D421E-0C31-40C7-9874-2F115D1A5469}" dt="2026-01-22T18:43:30.583" v="2" actId="313"/>
          <ac:spMkLst>
            <pc:docMk/>
            <pc:sldMk cId="2071887570" sldId="1674"/>
            <ac:spMk id="6" creationId="{0455260B-A6B1-210C-BAD1-5BE041332215}"/>
          </ac:spMkLst>
        </pc:spChg>
      </pc:sldChg>
      <pc:sldChg chg="addSp delSp modSp new mod">
        <pc:chgData name="Chai Gmz" userId="b76f9714946e538b" providerId="LiveId" clId="{E97D421E-0C31-40C7-9874-2F115D1A5469}" dt="2026-01-22T19:02:54.252" v="291" actId="1076"/>
        <pc:sldMkLst>
          <pc:docMk/>
          <pc:sldMk cId="1090749316" sldId="1675"/>
        </pc:sldMkLst>
        <pc:spChg chg="add del mod">
          <ac:chgData name="Chai Gmz" userId="b76f9714946e538b" providerId="LiveId" clId="{E97D421E-0C31-40C7-9874-2F115D1A5469}" dt="2026-01-22T18:44:01.946" v="10" actId="478"/>
          <ac:spMkLst>
            <pc:docMk/>
            <pc:sldMk cId="1090749316" sldId="1675"/>
            <ac:spMk id="2" creationId="{6A450A86-E15F-50E8-82A8-C9F7136EB4A9}"/>
          </ac:spMkLst>
        </pc:spChg>
        <pc:spChg chg="add mod">
          <ac:chgData name="Chai Gmz" userId="b76f9714946e538b" providerId="LiveId" clId="{E97D421E-0C31-40C7-9874-2F115D1A5469}" dt="2026-01-22T18:46:56.985" v="69" actId="20577"/>
          <ac:spMkLst>
            <pc:docMk/>
            <pc:sldMk cId="1090749316" sldId="1675"/>
            <ac:spMk id="3" creationId="{DE33569D-4A7B-EC8A-0C19-CE7F3D6E5DE2}"/>
          </ac:spMkLst>
        </pc:spChg>
        <pc:spChg chg="add mod">
          <ac:chgData name="Chai Gmz" userId="b76f9714946e538b" providerId="LiveId" clId="{E97D421E-0C31-40C7-9874-2F115D1A5469}" dt="2026-01-22T18:59:46.765" v="285" actId="20577"/>
          <ac:spMkLst>
            <pc:docMk/>
            <pc:sldMk cId="1090749316" sldId="1675"/>
            <ac:spMk id="5" creationId="{BFCA3DB8-0E23-8052-F896-60E55F85EFFA}"/>
          </ac:spMkLst>
        </pc:spChg>
        <pc:grpChg chg="add del mod">
          <ac:chgData name="Chai Gmz" userId="b76f9714946e538b" providerId="LiveId" clId="{E97D421E-0C31-40C7-9874-2F115D1A5469}" dt="2026-01-22T18:46:36.909" v="40" actId="165"/>
          <ac:grpSpMkLst>
            <pc:docMk/>
            <pc:sldMk cId="1090749316" sldId="1675"/>
            <ac:grpSpMk id="4" creationId="{32D6C08E-5686-DE6D-7218-5D8308BD7BEB}"/>
          </ac:grpSpMkLst>
        </pc:grpChg>
        <pc:picChg chg="add mod topLvl">
          <ac:chgData name="Chai Gmz" userId="b76f9714946e538b" providerId="LiveId" clId="{E97D421E-0C31-40C7-9874-2F115D1A5469}" dt="2026-01-22T18:46:43.367" v="44" actId="1037"/>
          <ac:picMkLst>
            <pc:docMk/>
            <pc:sldMk cId="1090749316" sldId="1675"/>
            <ac:picMk id="1026" creationId="{9717EC3F-0481-478B-D61F-90C5A9BA485A}"/>
          </ac:picMkLst>
        </pc:picChg>
        <pc:picChg chg="add mod topLvl">
          <ac:chgData name="Chai Gmz" userId="b76f9714946e538b" providerId="LiveId" clId="{E97D421E-0C31-40C7-9874-2F115D1A5469}" dt="2026-01-22T19:02:54.252" v="291" actId="1076"/>
          <ac:picMkLst>
            <pc:docMk/>
            <pc:sldMk cId="1090749316" sldId="1675"/>
            <ac:picMk id="1028" creationId="{43959A25-2309-5705-120F-5DF7303DCA8D}"/>
          </ac:picMkLst>
        </pc:picChg>
      </pc:sldChg>
      <pc:sldChg chg="addSp delSp modSp new mod">
        <pc:chgData name="Chai Gmz" userId="b76f9714946e538b" providerId="LiveId" clId="{E97D421E-0C31-40C7-9874-2F115D1A5469}" dt="2026-01-22T19:10:54.132" v="478" actId="20577"/>
        <pc:sldMkLst>
          <pc:docMk/>
          <pc:sldMk cId="978129366" sldId="1676"/>
        </pc:sldMkLst>
        <pc:spChg chg="add mod">
          <ac:chgData name="Chai Gmz" userId="b76f9714946e538b" providerId="LiveId" clId="{E97D421E-0C31-40C7-9874-2F115D1A5469}" dt="2026-01-22T19:08:55.969" v="401" actId="14100"/>
          <ac:spMkLst>
            <pc:docMk/>
            <pc:sldMk cId="978129366" sldId="1676"/>
            <ac:spMk id="2" creationId="{1D223F0D-F9A0-22EC-0A3A-DE3BE8E4B4AD}"/>
          </ac:spMkLst>
        </pc:spChg>
        <pc:spChg chg="add mod">
          <ac:chgData name="Chai Gmz" userId="b76f9714946e538b" providerId="LiveId" clId="{E97D421E-0C31-40C7-9874-2F115D1A5469}" dt="2026-01-22T19:10:54.132" v="478" actId="20577"/>
          <ac:spMkLst>
            <pc:docMk/>
            <pc:sldMk cId="978129366" sldId="1676"/>
            <ac:spMk id="3" creationId="{4CBBD307-E145-6883-FB73-1C1BAFD8B83F}"/>
          </ac:spMkLst>
        </pc:spChg>
        <pc:picChg chg="add mod">
          <ac:chgData name="Chai Gmz" userId="b76f9714946e538b" providerId="LiveId" clId="{E97D421E-0C31-40C7-9874-2F115D1A5469}" dt="2026-01-22T19:08:58.940" v="402" actId="1076"/>
          <ac:picMkLst>
            <pc:docMk/>
            <pc:sldMk cId="978129366" sldId="1676"/>
            <ac:picMk id="2050" creationId="{79D75CB9-6426-C278-0239-50FB3FC4C35C}"/>
          </ac:picMkLst>
        </pc:picChg>
        <pc:picChg chg="add del mod">
          <ac:chgData name="Chai Gmz" userId="b76f9714946e538b" providerId="LiveId" clId="{E97D421E-0C31-40C7-9874-2F115D1A5469}" dt="2026-01-22T18:56:53.455" v="90" actId="478"/>
          <ac:picMkLst>
            <pc:docMk/>
            <pc:sldMk cId="978129366" sldId="1676"/>
            <ac:picMk id="2052" creationId="{3740C114-F3E5-C546-B39B-52EA8F95A8B7}"/>
          </ac:picMkLst>
        </pc:picChg>
        <pc:picChg chg="add mod">
          <ac:chgData name="Chai Gmz" userId="b76f9714946e538b" providerId="LiveId" clId="{E97D421E-0C31-40C7-9874-2F115D1A5469}" dt="2026-01-22T19:08:58.940" v="402" actId="1076"/>
          <ac:picMkLst>
            <pc:docMk/>
            <pc:sldMk cId="978129366" sldId="1676"/>
            <ac:picMk id="2054" creationId="{5465F4D3-1D25-C648-D3C7-C0D445BE23DA}"/>
          </ac:picMkLst>
        </pc:picChg>
      </pc:sldChg>
      <pc:sldChg chg="addSp delSp modSp new mod">
        <pc:chgData name="Chai Gmz" userId="b76f9714946e538b" providerId="LiveId" clId="{E97D421E-0C31-40C7-9874-2F115D1A5469}" dt="2026-01-22T19:37:22.624" v="740" actId="1076"/>
        <pc:sldMkLst>
          <pc:docMk/>
          <pc:sldMk cId="1941095496" sldId="1677"/>
        </pc:sldMkLst>
        <pc:spChg chg="add mod">
          <ac:chgData name="Chai Gmz" userId="b76f9714946e538b" providerId="LiveId" clId="{E97D421E-0C31-40C7-9874-2F115D1A5469}" dt="2026-01-22T19:21:13.156" v="525" actId="164"/>
          <ac:spMkLst>
            <pc:docMk/>
            <pc:sldMk cId="1941095496" sldId="1677"/>
            <ac:spMk id="10" creationId="{AE23E593-F5CF-ED79-4CFE-C4E5BE1A250C}"/>
          </ac:spMkLst>
        </pc:spChg>
        <pc:spChg chg="add mod">
          <ac:chgData name="Chai Gmz" userId="b76f9714946e538b" providerId="LiveId" clId="{E97D421E-0C31-40C7-9874-2F115D1A5469}" dt="2026-01-22T19:21:13.156" v="525" actId="164"/>
          <ac:spMkLst>
            <pc:docMk/>
            <pc:sldMk cId="1941095496" sldId="1677"/>
            <ac:spMk id="11" creationId="{83FC1BB0-8130-DFB9-E1A6-5FF6CAFDFA7F}"/>
          </ac:spMkLst>
        </pc:spChg>
        <pc:spChg chg="add">
          <ac:chgData name="Chai Gmz" userId="b76f9714946e538b" providerId="LiveId" clId="{E97D421E-0C31-40C7-9874-2F115D1A5469}" dt="2026-01-22T19:19:16.461" v="520" actId="11529"/>
          <ac:spMkLst>
            <pc:docMk/>
            <pc:sldMk cId="1941095496" sldId="1677"/>
            <ac:spMk id="12" creationId="{171534B9-0062-71AF-6CF3-0DE17051D610}"/>
          </ac:spMkLst>
        </pc:spChg>
        <pc:spChg chg="add mod">
          <ac:chgData name="Chai Gmz" userId="b76f9714946e538b" providerId="LiveId" clId="{E97D421E-0C31-40C7-9874-2F115D1A5469}" dt="2026-01-22T19:21:56.346" v="552" actId="20577"/>
          <ac:spMkLst>
            <pc:docMk/>
            <pc:sldMk cId="1941095496" sldId="1677"/>
            <ac:spMk id="14" creationId="{EC7B8227-E750-B2BF-8C23-5685FCE3759E}"/>
          </ac:spMkLst>
        </pc:spChg>
        <pc:spChg chg="add mod">
          <ac:chgData name="Chai Gmz" userId="b76f9714946e538b" providerId="LiveId" clId="{E97D421E-0C31-40C7-9874-2F115D1A5469}" dt="2026-01-22T19:22:07.290" v="559" actId="20577"/>
          <ac:spMkLst>
            <pc:docMk/>
            <pc:sldMk cId="1941095496" sldId="1677"/>
            <ac:spMk id="15" creationId="{BE230391-BCD4-E7FA-A56E-32034CC1BBB2}"/>
          </ac:spMkLst>
        </pc:spChg>
        <pc:spChg chg="add mod">
          <ac:chgData name="Chai Gmz" userId="b76f9714946e538b" providerId="LiveId" clId="{E97D421E-0C31-40C7-9874-2F115D1A5469}" dt="2026-01-22T19:37:22.624" v="740" actId="1076"/>
          <ac:spMkLst>
            <pc:docMk/>
            <pc:sldMk cId="1941095496" sldId="1677"/>
            <ac:spMk id="16" creationId="{A8D24048-C292-F159-65E7-7E78512C8C20}"/>
          </ac:spMkLst>
        </pc:spChg>
        <pc:spChg chg="add del mod">
          <ac:chgData name="Chai Gmz" userId="b76f9714946e538b" providerId="LiveId" clId="{E97D421E-0C31-40C7-9874-2F115D1A5469}" dt="2026-01-22T19:37:13.341" v="738" actId="478"/>
          <ac:spMkLst>
            <pc:docMk/>
            <pc:sldMk cId="1941095496" sldId="1677"/>
            <ac:spMk id="18" creationId="{9FA0F0F5-DC6D-884C-7532-1FA47B70DBCB}"/>
          </ac:spMkLst>
        </pc:spChg>
        <pc:grpChg chg="add mod">
          <ac:chgData name="Chai Gmz" userId="b76f9714946e538b" providerId="LiveId" clId="{E97D421E-0C31-40C7-9874-2F115D1A5469}" dt="2026-01-22T19:21:17.966" v="526" actId="14100"/>
          <ac:grpSpMkLst>
            <pc:docMk/>
            <pc:sldMk cId="1941095496" sldId="1677"/>
            <ac:grpSpMk id="13" creationId="{4D217EB2-B0B3-20C7-C305-57681BEBEF48}"/>
          </ac:grpSpMkLst>
        </pc:grpChg>
        <pc:graphicFrameChg chg="add del mod modGraphic">
          <ac:chgData name="Chai Gmz" userId="b76f9714946e538b" providerId="LiveId" clId="{E97D421E-0C31-40C7-9874-2F115D1A5469}" dt="2026-01-22T19:30:33.285" v="635" actId="478"/>
          <ac:graphicFrameMkLst>
            <pc:docMk/>
            <pc:sldMk cId="1941095496" sldId="1677"/>
            <ac:graphicFrameMk id="17" creationId="{628FAFB5-B626-23FF-A535-F7196AEB8C04}"/>
          </ac:graphicFrameMkLst>
        </pc:graphicFrameChg>
        <pc:picChg chg="add del mod">
          <ac:chgData name="Chai Gmz" userId="b76f9714946e538b" providerId="LiveId" clId="{E97D421E-0C31-40C7-9874-2F115D1A5469}" dt="2026-01-22T19:17:19.117" v="508" actId="478"/>
          <ac:picMkLst>
            <pc:docMk/>
            <pc:sldMk cId="1941095496" sldId="1677"/>
            <ac:picMk id="3" creationId="{E2CA4152-9AC4-15DF-8572-29077E03D6F4}"/>
          </ac:picMkLst>
        </pc:picChg>
        <pc:picChg chg="add mod">
          <ac:chgData name="Chai Gmz" userId="b76f9714946e538b" providerId="LiveId" clId="{E97D421E-0C31-40C7-9874-2F115D1A5469}" dt="2026-01-22T19:21:13.156" v="525" actId="164"/>
          <ac:picMkLst>
            <pc:docMk/>
            <pc:sldMk cId="1941095496" sldId="1677"/>
            <ac:picMk id="5" creationId="{28F8B3DE-4B76-1A71-A277-EF53B5DD371F}"/>
          </ac:picMkLst>
        </pc:picChg>
        <pc:picChg chg="add mod">
          <ac:chgData name="Chai Gmz" userId="b76f9714946e538b" providerId="LiveId" clId="{E97D421E-0C31-40C7-9874-2F115D1A5469}" dt="2026-01-22T19:21:13.156" v="525" actId="164"/>
          <ac:picMkLst>
            <pc:docMk/>
            <pc:sldMk cId="1941095496" sldId="1677"/>
            <ac:picMk id="7" creationId="{A998D3FB-946C-946B-C2C4-71B47F0631A4}"/>
          </ac:picMkLst>
        </pc:picChg>
        <pc:picChg chg="add mod modCrop">
          <ac:chgData name="Chai Gmz" userId="b76f9714946e538b" providerId="LiveId" clId="{E97D421E-0C31-40C7-9874-2F115D1A5469}" dt="2026-01-22T19:21:13.156" v="525" actId="164"/>
          <ac:picMkLst>
            <pc:docMk/>
            <pc:sldMk cId="1941095496" sldId="1677"/>
            <ac:picMk id="9" creationId="{88818C73-995E-5050-1FAE-C918EE25AE7D}"/>
          </ac:picMkLst>
        </pc:picChg>
        <pc:picChg chg="add mod">
          <ac:chgData name="Chai Gmz" userId="b76f9714946e538b" providerId="LiveId" clId="{E97D421E-0C31-40C7-9874-2F115D1A5469}" dt="2026-01-22T19:37:16.027" v="739" actId="1076"/>
          <ac:picMkLst>
            <pc:docMk/>
            <pc:sldMk cId="1941095496" sldId="1677"/>
            <ac:picMk id="3074" creationId="{0B5DDEF5-9DB8-290A-4AF8-5DACCD80A1C3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38FAC1A-B96F-6CF5-56AB-BDEF7BC4ED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088" cy="347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99821D9-BEC0-0190-893A-CCC03CDBFA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232400" y="0"/>
            <a:ext cx="4002088" cy="347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70DD34-4166-4F81-A3FF-72E5D4120D57}" type="datetimeFigureOut">
              <a:rPr lang="es-MX" smtClean="0"/>
              <a:t>12/02/2026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2CACFA7-24CE-E537-8984-6D19A59A6E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602413"/>
            <a:ext cx="4002088" cy="347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D1451A-CEDA-3501-796A-3AA8AFBECD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232400" y="6602413"/>
            <a:ext cx="4002088" cy="347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CB4DF-0E36-49CB-B43B-29042557D18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28280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299" cy="349113"/>
          </a:xfrm>
          <a:prstGeom prst="rect">
            <a:avLst/>
          </a:prstGeom>
        </p:spPr>
        <p:txBody>
          <a:bodyPr vert="horz" lIns="90553" tIns="45277" rIns="90553" bIns="4527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232296" y="0"/>
            <a:ext cx="4002299" cy="349113"/>
          </a:xfrm>
          <a:prstGeom prst="rect">
            <a:avLst/>
          </a:prstGeom>
        </p:spPr>
        <p:txBody>
          <a:bodyPr vert="horz" lIns="90553" tIns="45277" rIns="90553" bIns="45277" rtlCol="0"/>
          <a:lstStyle>
            <a:lvl1pPr algn="r">
              <a:defRPr sz="1200"/>
            </a:lvl1pPr>
          </a:lstStyle>
          <a:p>
            <a:fld id="{B1297F89-BD86-4B29-BDCC-6ABEB13770E0}" type="datetimeFigureOut">
              <a:rPr lang="ko-KR" altLang="en-US" smtClean="0"/>
              <a:t>2026-02-12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68363"/>
            <a:ext cx="3384550" cy="23447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53" tIns="45277" rIns="90553" bIns="4527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23608" y="3344725"/>
            <a:ext cx="7388860" cy="2736591"/>
          </a:xfrm>
          <a:prstGeom prst="rect">
            <a:avLst/>
          </a:prstGeom>
        </p:spPr>
        <p:txBody>
          <a:bodyPr vert="horz" lIns="90553" tIns="45277" rIns="90553" bIns="45277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600964"/>
            <a:ext cx="4002299" cy="349112"/>
          </a:xfrm>
          <a:prstGeom prst="rect">
            <a:avLst/>
          </a:prstGeom>
        </p:spPr>
        <p:txBody>
          <a:bodyPr vert="horz" lIns="90553" tIns="45277" rIns="90553" bIns="4527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232296" y="6600964"/>
            <a:ext cx="4002299" cy="349112"/>
          </a:xfrm>
          <a:prstGeom prst="rect">
            <a:avLst/>
          </a:prstGeom>
        </p:spPr>
        <p:txBody>
          <a:bodyPr vert="horz" lIns="90553" tIns="45277" rIns="90553" bIns="45277" rtlCol="0" anchor="b"/>
          <a:lstStyle>
            <a:lvl1pPr algn="r">
              <a:defRPr sz="1200"/>
            </a:lvl1pPr>
          </a:lstStyle>
          <a:p>
            <a:fld id="{307729F8-A5BB-4E88-BD4F-B705875ACB4A}" type="slidenum">
              <a:rPr lang="ko-KR" altLang="en-US" smtClean="0"/>
              <a:t>‹Nº›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3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A7F2290-2A90-02E3-6675-B477C6B0CBB2}"/>
              </a:ext>
            </a:extLst>
          </p:cNvPr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>
            <a:extLst>
              <a:ext uri="{FF2B5EF4-FFF2-40B4-BE49-F238E27FC236}">
                <a16:creationId xmlns:a16="http://schemas.microsoft.com/office/drawing/2014/main" id="{5F484D58-8E7A-807A-D37A-11847E8270D6}"/>
              </a:ext>
            </a:extLst>
          </p:cNvPr>
          <p:cNvGrpSpPr/>
          <p:nvPr userDrawn="1"/>
        </p:nvGrpSpPr>
        <p:grpSpPr>
          <a:xfrm>
            <a:off x="8755270" y="6486280"/>
            <a:ext cx="839711" cy="267446"/>
            <a:chOff x="8869378" y="6513877"/>
            <a:chExt cx="1033491" cy="267446"/>
          </a:xfrm>
        </p:grpSpPr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39AA5C2D-CEBF-44FF-FD12-DA52EF45A3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09357" y="6513877"/>
              <a:ext cx="793512" cy="267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138" dirty="0">
                  <a:solidFill>
                    <a:schemeClr val="bg1">
                      <a:lumMod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ISEMM</a:t>
              </a:r>
              <a:endParaRPr lang="ko-KR" altLang="en-US" sz="1138" dirty="0">
                <a:solidFill>
                  <a:schemeClr val="bg1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pic>
          <p:nvPicPr>
            <p:cNvPr id="10" name="Picture 6" descr="일산로고A4반반">
              <a:extLst>
                <a:ext uri="{FF2B5EF4-FFF2-40B4-BE49-F238E27FC236}">
                  <a16:creationId xmlns:a16="http://schemas.microsoft.com/office/drawing/2014/main" id="{66732EE5-71D5-C776-34E6-6C820777DC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69378" y="6571648"/>
              <a:ext cx="256669" cy="189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object 34">
            <a:extLst>
              <a:ext uri="{FF2B5EF4-FFF2-40B4-BE49-F238E27FC236}">
                <a16:creationId xmlns:a16="http://schemas.microsoft.com/office/drawing/2014/main" id="{B16741EA-9E96-2E4E-ACA2-1DA0559D9C4F}"/>
              </a:ext>
            </a:extLst>
          </p:cNvPr>
          <p:cNvSpPr txBox="1"/>
          <p:nvPr userDrawn="1"/>
        </p:nvSpPr>
        <p:spPr>
          <a:xfrm>
            <a:off x="99995" y="6639982"/>
            <a:ext cx="2530838" cy="1236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97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38" b="1" i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MLSOCD+HYGothic-Extra"/>
              </a:rPr>
              <a:t>한계</a:t>
            </a:r>
            <a:r>
              <a:rPr sz="1138" b="1" i="1" dirty="0" err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MLSOCD+HYGothic-Extra"/>
              </a:rPr>
              <a:t>돌파</a:t>
            </a:r>
            <a:r>
              <a:rPr sz="1138" b="1" i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FBTUVV+HYGothic-Extra"/>
              </a:rPr>
              <a:t>!</a:t>
            </a:r>
            <a:r>
              <a:rPr sz="1138" b="1" i="1" spc="-65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FBTUVV+HYGothic-Extra"/>
              </a:rPr>
              <a:t> </a:t>
            </a:r>
            <a:r>
              <a:rPr sz="1138" b="1" i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FBTUVV+HYGothic-Extra"/>
              </a:rPr>
              <a:t>202</a:t>
            </a:r>
            <a:r>
              <a:rPr lang="en-US" sz="1138" b="1" i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FBTUVV+HYGothic-Extra"/>
              </a:rPr>
              <a:t>5</a:t>
            </a:r>
            <a:r>
              <a:rPr sz="1138" b="1" i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FBTUVV+HYGothic-Extra"/>
              </a:rPr>
              <a:t>!</a:t>
            </a:r>
            <a:r>
              <a:rPr sz="1138" b="1" i="1" spc="-85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FBTUVV+HYGothic-Extra"/>
              </a:rPr>
              <a:t> </a:t>
            </a:r>
            <a:r>
              <a:rPr sz="1138" b="1" i="1" spc="13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MLSOCD+HYGothic-Extra"/>
              </a:rPr>
              <a:t>달성</a:t>
            </a:r>
            <a:r>
              <a:rPr sz="1138" b="1" i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FBTUVV+HYGothic-Extra"/>
              </a:rPr>
              <a:t>!</a:t>
            </a:r>
            <a:r>
              <a:rPr sz="1138" b="1" i="1" spc="-65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FBTUVV+HYGothic-Extra"/>
              </a:rPr>
              <a:t> </a:t>
            </a:r>
            <a:r>
              <a:rPr lang="en-US" sz="1138" b="1" i="1" spc="-65" dirty="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FBTUVV+HYGothic-Extra"/>
              </a:rPr>
              <a:t>435</a:t>
            </a:r>
            <a:r>
              <a:rPr lang="en-US" sz="1138" b="1" i="1" dirty="0">
                <a:solidFill>
                  <a:srgbClr val="008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FBTUVV+HYGothic-Extra"/>
              </a:rPr>
              <a:t>!</a:t>
            </a:r>
            <a:endParaRPr sz="1138" b="1" i="1" dirty="0">
              <a:solidFill>
                <a:srgbClr val="008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cs typeface="FBTUVV+HYGothic-Extra"/>
            </a:endParaRPr>
          </a:p>
        </p:txBody>
      </p:sp>
      <p:cxnSp>
        <p:nvCxnSpPr>
          <p:cNvPr id="2" name="직선 연결선 11">
            <a:extLst>
              <a:ext uri="{FF2B5EF4-FFF2-40B4-BE49-F238E27FC236}">
                <a16:creationId xmlns:a16="http://schemas.microsoft.com/office/drawing/2014/main" id="{CFC224E7-77EF-8467-BD55-48BBE35AE90F}"/>
              </a:ext>
            </a:extLst>
          </p:cNvPr>
          <p:cNvCxnSpPr/>
          <p:nvPr userDrawn="1"/>
        </p:nvCxnSpPr>
        <p:spPr>
          <a:xfrm>
            <a:off x="0" y="6441895"/>
            <a:ext cx="9906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4961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161032</TotalTime>
  <Words>188</Words>
  <Application>Microsoft Office PowerPoint</Application>
  <PresentationFormat>A4 (210 x 297 mm)</PresentationFormat>
  <Paragraphs>35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LG Smart_H Regular</vt:lpstr>
      <vt:lpstr>Calibri</vt:lpstr>
      <vt:lpstr>LG Smart UI Regular</vt:lpstr>
      <vt:lpstr>맑은 고딕</vt:lpstr>
      <vt:lpstr>Arial Narrow</vt:lpstr>
      <vt:lpstr>Theme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doc2pdf</dc:creator>
  <cp:lastModifiedBy>Chai Gmz</cp:lastModifiedBy>
  <cp:revision>2318</cp:revision>
  <cp:lastPrinted>2021-12-02T22:33:10Z</cp:lastPrinted>
  <dcterms:modified xsi:type="dcterms:W3CDTF">2026-02-12T19:06:37Z</dcterms:modified>
</cp:coreProperties>
</file>