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" cy="41148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6EFD"/>
                </a:solidFill>
                <a:latin typeface="Arial"/>
              </a:defRPr>
            </a:pPr>
            <a:r>
              <a:t>SISTEMA DE EJECUCION DE MANUFACTURA INDUSTRIAL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ILSAN MES: Control, Trazabilidad y Calidad Operativa</a:t>
            </a:r>
          </a:p>
          <a:p>
            <a:pPr>
              <a:spcBef>
                <a:spcPts val="1000"/>
              </a:spcBef>
              <a:defRPr sz="1600">
                <a:solidFill>
                  <a:srgbClr val="BECDE1"/>
                </a:solidFill>
                <a:latin typeface="Calibri"/>
              </a:defRPr>
            </a:pPr>
            <a:r>
              <a:t>Manual Funcional y Analisis Integral de Interaccion del Usuario en Planta de Ensamble SMT / ASSY</a:t>
            </a:r>
          </a:p>
          <a:p>
            <a:pPr>
              <a:spcBef>
                <a:spcPts val="3000"/>
              </a:spcBef>
              <a:defRPr sz="1200">
                <a:solidFill>
                  <a:srgbClr val="8CA0B9"/>
                </a:solidFill>
                <a:latin typeface="Calibri"/>
              </a:defRPr>
            </a:pPr>
            <a:r>
              <a:t>Empresa: ILSAN Electronics  |  Version Local: 2026.1  |  Alcance: Modulos Web, Almacen, Produccion y Calidad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VISION GENERAL Y PROPOSITO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Mision y Funcion del Sistema MES en Planta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Digitalizacion total del flujo productivo para garantizar cero defectos y trazabilidad genealogica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10712" cy="44805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449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53B9"/>
                </a:solidFill>
                <a:latin typeface="Arial"/>
              </a:defRPr>
            </a:pPr>
            <a:r>
              <a:t>TRAZABILIDAD TOTAL DE MATERIALES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Control exhaustivo desde la recepcion de materia prima hasta el embarque final.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Identificacion unitaria de carretes, rollos SMD y componentes mediante codigos de barras unicos.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Genealogia serializada por tarjeta PCB: que lote, proveedor y maquina ensamblo cada circuito.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Historial inmutable de inventarios, retornos y consumos en lineas de montaje.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10712" cy="44805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449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53B9"/>
                </a:solidFill>
                <a:latin typeface="Arial"/>
              </a:defRPr>
            </a:pPr>
            <a:r>
              <a:t>CONTROL DE CALIDAD E INTERLOCK ACTIVO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Compuertas de calidad obligatorias (Quality Gates) en IQC, LQC y OQC antes de mover producto.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Mecanismo de Interlock: bloqueo automatico de lineas si los herramentales o componentes no coinciden.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Auditoria de Golden Sample (Master Sample) obligatoria al inicio de turno o cambio de modelo.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Monitoreo estadistico continuo de defectos (tableros PPMS) e inspecciones opticas AOI.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10712" cy="44805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449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53B9"/>
                </a:solidFill>
                <a:latin typeface="Arial"/>
              </a:defRPr>
            </a:pPr>
            <a:r>
              <a:t>PLANEACION, EFICIENCIA Y LOGISTICA FIFO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Programacion balanceada de ordenes de trabajo (WO) en lineas SMT, IMT y ensamble ASSY.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Control de desgaste de herramentales criticos: tension de stencils (Metal Mask) y cuchillas de corte.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Almacen de embarques con motor de despacho estricto por First-In, First-Out (FIFO).</a:t>
            </a:r>
          </a:p>
          <a:p>
            <a:pPr>
              <a:spcBef>
                <a:spcPts val="8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Integracion nativa con terminales moviles Zebra PDA (TC15) para escaneo agil en piso.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ARQUITECTURA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Tecnologias Utilizadas en la Solucion Industrial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Unica diapositiva tecnica: Componentes de software, base de datos e integracion con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42032" cy="44805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53B9"/>
                </a:solidFill>
                <a:latin typeface="Arial"/>
              </a:defRPr>
            </a:pPr>
            <a:r>
              <a:t>CAPA DE SERVIDOR Y LOGICA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Python 3.11 / 3.13: Lenguaje nucleo del monolito y micro-modulos.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Flask Framework: Ruteo eficiente, sesiones seguras y arquitectura modular por Blueprints.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Waitress WSGI: Servidor de grado de produccion multihilo optimizado para alta concurrencia.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Logging Idempotente: Registro continuo de eventos de aplicacion sin bloqueo de E/S.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542032" cy="44805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01168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53B9"/>
                </a:solidFill>
                <a:latin typeface="Arial"/>
              </a:defRPr>
            </a:pPr>
            <a:r>
              <a:t>CAPA DE BASE DE DATOS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MySQL Server 8.0: Motor relacional transaccional de alto rendimiento.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Pool Dinamico de Conexiones: Reutilizacion eficiente de conexiones con reconexion automatica.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Estructura Relacional Normalizada: Mas de 30 tablas para control de lotes, BOM, calidad y usuarios.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Auditoria Inmutable: Registro de mutaciones criticas en la tabla auditoria_sistema.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42032" cy="44805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01168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53B9"/>
                </a:solidFill>
                <a:latin typeface="Arial"/>
              </a:defRPr>
            </a:pPr>
            <a:r>
              <a:t>CAPA FRONTEND Y UX INDUSTRIAL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Arquitectura SPA-Feel: Interfaz fluida basada en HTML5 y llamadas asincronas AJAX.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Vanilla CSS &amp; Bootstrap 5.3: Diseno corporativo adaptativo para estaciones de trabajo y desktop.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Ajax Content Manager: Motor de inyeccion que asegura la carga completa de hojas de estilo.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Seguridad en Cliente: Control de visibilidad y bloqueo de botones segun permisos de usuario.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542032" cy="44805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201168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53B9"/>
                </a:solidFill>
                <a:latin typeface="Arial"/>
              </a:defRPr>
            </a:pPr>
            <a:r>
              <a:t>INTEGRACION DE HARDWARE EN PLANTA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Terminales Zebra PDA TC15: Consumo de APIs REST para recepcion, movimientos y despacho FIFO.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Lectores de Codigo de Barras 1D / 2D QR: Lectura directa de seriales de PCB y cajas OQC.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Impresoras Termicas Zebra (ZPL): Generacion y etiquetado automatico de codigo de almacen.</a:t>
            </a:r>
          </a:p>
          <a:p>
            <a:pPr>
              <a:spcBef>
                <a:spcPts val="8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Equipos de Prueba SMT: Consolidacion de datos de maquinas AOI, probadores ICT y FCT.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SEGURIDAD Y CONTROL DE ACCESO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Autenticacion de Usuarios y Seguridad RBAC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Portal seguro de inicio de sesion con validacion de credenciales y politicas de planta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Proteger el acceso a la plataforma MES asegurando que solo personal acreditado opere los modulos.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Validar la identidad del operador contra la base de datos MySQL mediante contrasenas encriptadas.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Establecer la sesion autenticada cifrada (mes_ilsan_session) que define el contexto del usuario.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operador ingresa a la URL base y visualiza la pantalla institucional de login.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Captura su nombre de usuario asignado y su clave de seguridad personal en los campos designados.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 presionar 'Iniciar Sesion', el sistema valida las credenciales y lo redirige al Hub corporativo.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VALIDACIONES Y REGLAS DE SEGURIDAD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Validacion de contrasena mediante hashes protegidos con algoritmo seguro.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Control de intentos fallidos para prevenir ataques por fuerza bruta.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Asignacion automatica de roles y permisos departamentales una vez autenticado.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Pantalla de inicio de sesion corporativa (URL: /login)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NAVEGACION CORPORATIVA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Portal Corporativo Hub de Aplicaciones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Lanzador centralizado con tarjetas de acceso dinámicas segun el perfil y rol del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Actuar como la puerta de enlace centralizada a todo el ecosistema de herramientas digitales de la empresa.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Desacoplar los diferentes sistemas: MES de produccion, gestion de defectos, portal IT y calendario.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Brindar una bienvenida personalizada indicando el nombre del usuario y su departamento.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usuario visualiza un panel con tarjetas interactivas (cards) correspondientes a cada aplicacion.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 hacer clic en 'ILSAN MES', ingresa directamente a la consola de manufactura y materiales.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Puede acceder a 'Support' para levantar tickets o a 'Calendar' para verificar turnos de produccion.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VALIDACIONES Y CONTROL DE PERMISOS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Filtrado dinamico en backend: las tarjetas se muestran u ocultan segun los permisos del rol.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Boton de cierre de sesion seguro ('Logout') que destruye las cookies de sesion activa.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Indicadores visuales de estado para aplicaciones en produccion o en mantenimiento.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portal_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Lanzador central de aplicaciones corporativas (URL: /inicio)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CONSOLA DE OPERACION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Espacio de Trabajo Principal (ILSAN MES Shell)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Consola unificada con barra de navegacion superior fija y panel lateral dinamico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Proveer un espacio de trabajo ergonomico y rapido para operadores, supervisores e ingenieros.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Centralizar los 8 departamentos clave en una barra superior siempre visible.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Permitir la navegacion entre modulos sin recargar la pagina completa mediante arquitectura AJAX.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usuario hace clic en cualquiera de los 8 botones de navegacion del encabezado principal.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sistema despliega en el sidebar izquierdo las sub-secciones y formularios correspondientes.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Dispone de un boton 'Sidebar Toggle' para maximizar el area de trabajo en pantallas industriales.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REGLAS DE NEGOCIO Y RENDIMIENTO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Administrador de Contenido AJAX precarga y valida los estilos CSS antes de renderizar.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Se previene el parpadeo visual y se preservan los filtros de consulta activos.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Boton de 'Log out' fijo en la esquina superior derecha para salida rapida y segura.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mes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Consola central de manufactura ILSAN MES (URL: /ILSAN-ELECTRONICS)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INFORMACION BASICA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Gestion Maestra de Modelos SMT y Parametros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Registro y visor centralizado de modelos de ensamble, lados de tarjeta y asignacion de lineas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Mantener el catalogo maestro de tarjetas electronicas producidas en planta.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Definir para cada modelo los lados de ensamble (TOP / BOT), tiempos de ciclo (CT) y UPH teorico.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Asignar la compatibilidad de cada modelo con las lineas de insercion superficial SMT.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Navega a 'Informacion Basica' -&gt; 'Control de modelos SMT' o 'Visor de Modelos'.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Filtra o busca por codigo de modelo, descripcion o familia de producto.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Visualiza la tabla consolidada con especificaciones tecnicas y lineas autorizadas.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VALIDACIONES Y CONSISTENCIA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Impide el arranque de corridas de produccion con modelos no registrados previamente.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Sincroniza automaticamente la relacion entre numero de parte del cliente y codigo interno.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Garantiza que los herramentales requeridos coincidan con la especificacion del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_info_modelos_s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Catalogo y visor de especificaciones de modelos SMT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INGENIERIA DE PROCESO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Listas de Materiales (BOM) y Control de Cambios ECO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Gestion del arbol de componentes por tarjeta y seguimiento a ordenes de cambio de ingenieria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Administrar la lista oficial de materiales (Bill of Materials) requerida para cada tarjeta electronica.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Rastrear la posicion fisica exacta en el diseno del circuito (ej. C101, R204, U3) de cada componente.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Gestionar las Ordenes de Cambio de Ingenieria (ECO) para sustituciones autorizadas.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ingeniero de procesos importa el archivo BOM en formato Excel (.xlsx) validado.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sistema procesa la estructura, valida columnas requeridas y genera el arbol de componentes.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 emitir un cambio ECO, el sistema compara la version anterior vs la nueva y resalta diferencias.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VALIDACIONES DE CALIDAD Y BLOQUEO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Verificacion automatica de formato, evitando caracteres invalidos o numeros de parte inexistentes.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Aprobacion requerida de calidad y produccion antes de autorizar la nueva revision en piso.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Actualizacion instantanea de la lista de verificacion de alimentadores (feeders) de las maquinas.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_info_control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Modulo de administracion de BOM y ordenes de cambio de ingenieria (ECO)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Inventario Actual de Almacen y Control de Lotes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Monitoreo de stock de materia prima, trazabilidad por rollo/carrete y ubicacion en racks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Monitorear en tiempo real el stock exacto de materias primas recibidas de proveedores.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Identificar de manera unica cada carrete o caja mediante codigo unico de barras interno.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Controlar las ubicaciones fisicas en almacen para una preparacion agil de kits de produccion.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Accede a 'Control de material' -&gt; 'Inventario actual'.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Aplica filtros por numero de parte, lote de proveedor, fecha de entrada o ubicacion.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Consulta el desglose detallado por lote y exporta reportes estructurados a Excel con un clic.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REGLAS DE NEGOCIO Y CUARENTENA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Identificacion automatica de lotes en cuarentena IQC, bloqueando su salida a lineas.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Control de niveles de sensibilidad a la humedad (MSL) para componentes electronicos criticos.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Soporte para trazabilidad inversa en caso de alertas de calidad de proveedores.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material_invent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Pantalla de inventario actual de materia prima desglosado por lote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Facturacion (Invoices) y Valorizacion Financiera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Conciliacion contable de recepciones fisicas, costos unitarios y valuacion de inventario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Vincular las recepciones fisicas de componentes con las facturas comerciales (Invoices) emitidas.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Determinar el costo unitario de compra y calcular el valor financiero total del inventario retenido.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Facilitar el cruce contable entre compras, almacen y administracion de finanzas.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Selecciona 'Facturas / Invoice' para registrar o consultar facturas asociadas a pedidos.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Ingresa al modulo 'Valorizacion de inventario' para auditar montos consolidados por categoria.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Filtra por proveedor, fecha de emision o rango de facturacion para conciliaciones fiscales.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CALCULOS Y SALIDAS AUTOMATIZADAS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Calculo automatico de inventario valorizado por metodo de costos autorizado.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Deteccion automatica de discrepancias entre cantidades facturadas vs recibidas fisicamente.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Exportacion de reportes consolidados para auditorias contables y financieras.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7_material_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Modulo de control de facturas comerciales (Invoices) y costeo de partes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PRODUCCION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Programacion y Seguimiento del Plan SMD Diario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Asignacion de ordenes de trabajo a lineas fisicas de SMT por fecha, turno y meta horaria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Traducir las ordenes de fabricacion de clientes en programas diarios de produccion en lineas SMT.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Balancear la carga de trabajo entre las lineas fisicas disponibles en la planta de montaje.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Monitorear en tiempo real el cumplimiento de metas hora por hora durante el turno.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planeador accede a 'Control de produccion' -&gt; 'Plan SMD Diario'.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Selecciona la fecha de corrida, la linea de produccion asignada y el modelo electronico.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Configura la cantidad programada (WO) y la secuencia de fabricacion para el turno.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REGLAS DE PRODUCCION E INTERLOCK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Validacion previa de disponibilidad de componentes en almacen antes de autorizar el plan.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Integracion automatica con los contadores de piezas terminadas de las maquinas en linea.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Alertas operativas inmediatas ante desfases entre la meta teorica y las piezas reales producidas.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_produccion_plan_s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Interfaz de programacion y ejecucion del Plan SMD diario por linea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HERRAMENTALES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Control de Metal Mask (Stencils) y Rasquetas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Seguimiento de ciclos de uso, medicion de tension superficial y ubicacion en almacenes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Controlar la vida util de las plantillas metalicas (stencils) para impresion de soldadura en pasta.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Garantizar que la tension mecanica del marco se encuentre dentro de tolerancias de calidad.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Rastrear la asignacion de rasquetas (squeegees) y la ubicacion en cajas de almacenamiento.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operador escanea el codigo del stencil antes de montarlo en la maquina serigrafica (impresora).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Registra las lecturas de tension en los puntos de control calibrados (medidos en N/cm).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sistema actualiza el conteo acumulado de ciclos de impresion tras cada turno.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CRITERIOS DE RECHAZO Y SEGURIDAD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Bloqueo automatico del stencil en el sistema si la tension cae por debajo del minimo requerido.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Alerta de vencimiento por superacion del limite maximo de ciclos de vida especificado.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Prevencion de defectos de impresion (cortocircuitos o falta de soldadura) por desgaste de herramental.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9_produccion_metal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Modulo de monitoreo de ciclos y tension de plantillas Metal Mask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MANTENIMIENTO Y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Control de Cuchillas de Corte y Pastas de Soldadura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Monitoreo de desgaste en despanelizado y control termico de conservacion de soldadura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Monitorear el desgaste de las cuchillas mecanicas utilizadas en el corte y separacion de paneles PCB.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Controlar los tiempos de refrigeracion, atemperado y batido de los botes de pasta de soldadura.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Asegurar la consistencia reologica de la pasta para evitar defectos de soldabilidad.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tecnico registra el cambio de cuchilla y resetea el contador de cortes en el modulo.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 retirar pasta de refrigerador, escanea el bote y registra la hora de inicio de atemperado.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sistema calcula automaticamente el tiempo habilitado antes de que el quimico caduque en linea.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VALIDACIONES Y PREVENCION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Alerta de mantenimiento preventivo al alcanzar el 90% de la vida util estimada de la cuchilla.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Bloqueo de botes de soldadura que no hayan cumplido el tiempo minimo de estabilizacion termica.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Prohibicion de uso en maquina si el bote ha superado el tiempo maximo de exposicion ambiental.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0_produccion_cuchil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Control de contadores de cuchillas de corte y estandares de soldadura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Inspeccion en Linea (LQC) y Liberacion Saliente (OQC)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Auditoria y liberacion formal de cajas de producto terminado previo a su envio a embarques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Operar como compuerta de calidad estricta (Quality Gate) para producto terminado.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Validar que cada caja armada cuente con inspeccion visual, funcional y empaque aprobado.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Emitir el folio formal de liberacion OQC requerido por el almacen de embarques para recepcion.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inspector de calidad OQC accede a la pantalla de liberacion y escanea el codigo de la caja.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Registra los resultados del muestreo segun el plan de inspeccion y criterios AQL.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Selecciona el dictamen: 'Aprobado / Released' o 'Rechazado / Cuarentena', sellando el registro.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INTERLOCK CON MODULO DE EMBARQUES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La base de datos actualiza el estatus en la tabla puente `oqc_release_boxes`.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modulo de embarques impide recibir cualquier caja que no cuente con liberacion OQC activa.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Generacion automatica de certificados de calidad de lote para el cliente final.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1_calidad_liberacion_o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Historial y formulario de liberacion de calidad saliente (OQC)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METRICAS Y ANALITICA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Tableros PPMS: Monitoreo de Defectos en Partes Por Millon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Analisis estadistico de defectos para recepcion (IQC), ensamble (LQC) y embarques (OQC)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Proveer a la direccion y gerencia de calidad una vision cuantitativa del nivel de defectos en planta.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Normalizar los indices de falla bajo el estandar internacional de Partes Por Millon (PPM).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Identificar oportunamente variaciones de proceso y degradacion de componentes electronicos.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usuario selecciona el tablero correspondiente: PPMs IQC, PPMs LQC o PPMs OQC.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Configura el periodo de analisis (dia, semana, mes), linea de manufactura o modelo especifico.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Analiza las graficas de Pareto y tablas comparativas para identificar las causas raiz prioritarias.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TOMA DE DECISIONES Y ACCIONES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Disparo de alertas automaticas si una linea sobrepasa el umbral objetivo de PPM corporativo.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Soporte directo para la emision de acciones correctivas y solicitudes de analisis de 8 Disciplinas a proveedores.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Historico exportable para revisiones de direccion y auditorias de certificacion IATF 16949.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2_calidad_pp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Tablero analitico de calidad en partes por millon (PPMs OQC)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Verificacion de Muestras Maestras (Master Sample SMT)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Auditoria de primera pieza (Golden Sample) obligatoria en arranques y cambios de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Asegurar que la primera tarjeta producida en un turno o cambio de serie este 100% conforme.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Verificar visual y dimensionalmente polaridad de diodos, valores de resistencias y alineacion.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Eliminar el riesgo de fabricar lotes masivos con componentes invertidos o alimentadores erroneos.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 iniciar una corrida, el operador retira la primera tarjeta armada y la entrega al auditor.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auditor abre el modulo 'Master Sample SMT', coteja contra el diagrama y aprueba punto por punto.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Registra firmas de liberacion del operador de linea y del supervisor de calidad en turno.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CONDICION DE INTERLOCK DE LINEA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La linea SMT queda autorizada para continuar a velocidad nominal unicamente tras la liberacion.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Registro con marca temporal e identificacion de usuario responsable para fines de auditoria.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Mantiene historial de inspecciones previas para consulta rapida ante dudas durante el turno.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3_calidad_master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Modulo de registro e inspeccion de muestras maestras (Master Sample)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Inspeccion Optica Automatica (AOI) y Analisis de Fallas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Captura y clasificacion digital de fallas de soldadura, desalineacion y puentes de estaño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Concentrar y analizar los registros generados por las maquinas de inspeccion optica automatica (AOI).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Diferenciar de inmediato entre falsos rechazos de vision y defectos reales de soldadura.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Monitorear la estabilidad termica del horno de reflujo y la precision de las montadoras.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operador de estacion AOI revisa en pantalla el historial de tarjetas inspeccionadas por maquina.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Confirma si la alerta corresponde a un defecto real (ej. corto, puente, componente ausente o levantado).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Si es falla real, clasifica el defecto y deriva la tarjeta al modulo de reparacion correspondiente.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OPTIMIZACION DE LINEA SMT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Mapeo de defectos recurrentes por designador de componente para correccion inmediata de feeders.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Generacion de reportes consolidados por hora para el supervisor de produccion.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Almacenamiento de registros para respaldar la calidad de cada lote ensamblado.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4_resultados_a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Historial y clasificacion de inspecciones de maquina optica AOI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Pruebas Electricas en Circuito (ICT) y Funcionales (FCT)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Historial de pruebas con cama de clavos y evaluacion electronica funcional parametrizada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Registrar el resultado de pruebas electricas estaticas (ICT) y pruebas dinamicas funcionales (FCT).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Validar valores de capacitancia, tolerancia de resistencias y ausencia de pistas abiertas o cortos.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Garantizar que ninguna tarjeta con fallo electronico pueda pasar a la etapa de empaque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probador ejecuta el ciclo de prueba automatica en la maquina correspondiente.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sistema MES registra el resultado por numero de serie: Pass (Aprobado) o Fail (Falla).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usuario consulta el dashboard de tasas de aprobacion (Pass/Fail Ratio) por linea y estacion.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SEGUIMIENTO Y CONTROL DE PARAMETROS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Auditoria de modificaciones en limites de prueba: cualquier ajuste de umbrales requiere autorizacion.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Registro del designador especifico que provoco el fallo electrico para guiar la reparacion.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Exportacion masiva de datos de prueba para analisis estadistico de dispersión CPK.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5_resultados_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Dashboard de resultados de pruebas electricas ICT y functional testing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CONTROL DE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Inventario de Reparacion (SMD/ASSY) y Control de Scrap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Trazabilidad de unidades en retrabajo, sustitucion de componentes y descarte de scrap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Llevar un control estricto de las tarjetas retiradas de linea por fallas de AOI, ICT o funcionales.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Evitar la perdida de material en proceso (WIP) en las estaciones tecnicas de retrabajo.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Registrar las piezas no recuperables autorizadas para su baja formal como scrap.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tecnico de reparacion escanea la tarjeta desviada y consulta el reporte de la prueba que fallo.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Efectua el reemplazo del componente, registra la accion correctiva aplicada y el numero de parte usado.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Re-envia la tarjeta al circuito de pruebas obligatorias para certificar su conformidad.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VALIDACIONES Y PREVENCION DE FUGAS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Imposibilidad de empacar una tarjeta que tenga un estatus abierto de reparacion en sistema.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Seguimiento de tiempos de estancia en reparacion para evitar rezago de producto.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Clasificacion de causas de scrap para cobro de garantias a proveedores si la falla fue de componente.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6_resultados_re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Control de stock de tarjetas en reparacion SMD y diagnostico tecnico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LOGISTICA Y EMBARQUES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Almacen de Embarques y Motor de Despacho FIFO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Recepcion de producto terminado, ubicaciones fisicas y despacho obligatorio por antiguedad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Administrar las existencias fisicas de producto terminado empacado y listo para exportacion o cliente.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Garantizar el cumplimiento estricto del principio First In, First Out (primeras entradas, primeras salidas).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Eliminar el riesgo de despachar lotes recientes dejando cajas antiguas rezagadas en almacen.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operador de embarques recibe las cajas liberadas por OQC y las ubica fisicamente en anaqueles.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Al programar un embarque, ingresa el numero de parte y la cantidad solicitada por el cliente.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sistema genera la lista de despacho FIFO indicando exactamente que cajas escanear.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MOTOR INTELIGENTE DE DESPACHO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algoritmo consulta las capas de entrada y bloquea el escaneo si no coincide con la caja mas antigua.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Descarga automatica de inventario tras la confirmacion de carga en el transporte.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Historial completo de movimientos de cajas para rastreo inmediato ante cualquier reclamacion.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7_proceso_embar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Vista consolidada del inventario de producto terminado en embarques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TRAZABILIDAD Y REPORTES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Trazabilidad Genealogica Unitaria por Serial de PCB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Consulta integral del historial de manufactura de cada circuito electronico fabricado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Ofrecer una auditoria instantanea y completa de la historia de cualquier tarjeta electronica individual.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Cumplir con los requerimientos mas rigurosos de clientes automotrices e industriales de clase mundial.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Contar con una herramienta de investigacion forense ante reclamos de garantia en campo.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auditor o ingeniero introduce el numero de serie unico de la PCB en el campo de busqueda.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sistema recupera la genealogia completa: fecha y hora de fabricacion, linea, modelo y turno.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Desglosa que lote de carrete alimento cada componente, que stencil aplico soldadura y quien inspecciono.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VALOR ESTRATEGICO DE CUMPLIMIENTO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Reduccion de tiempos de auditoria de dias a segundos mediante reportes consolidados exportables.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Capacidad de delimitar acotadamente un recall a lotes especificos sin afectar toda la produccion.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Garantia irrefutable del cumplimiento de estandares de calidad IPC e ISO/IATF.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8_reporte_trazabilidad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Reporte de trazabilidad serializada unitaria de componentes por PCB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SOPORTE Y MESA DE AYUDA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Portal de Tickets e Incidentes Operativos en Planta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Mesa de ayuda digital para atencion inmediata de incidentes de software, hardware y maquinaria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Canalizar y dar seguimiento formal a fallas tecnicas que puedan interrumpir la operacion en planta.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Evitar paros de linea prolongados mediante una comunicacion directa y registrada con soporte IT.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Medir tiempos de respuesta (SLA) y resolucion de incidentes en equipos de piso.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operador o supervisor redacta un ticket indicando departamento, linea afectada y prioridad.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Puede adjuntar hasta 5 fotografias de evidencia directamente desde su dispositivo o terminal.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Interactua mediante un hilo de mensajes en tiempo real con los ingenieros de soporte asignados.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REGLAS DE PRIORIDAD Y RESOLUCION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Clasificacion por impacto: Baja, Media, Alta o Critica (paro inminente de linea de ensamble).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Soporte para 'Supertickets' institucionales de notificaciones obligatorias de superadministradores.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Cierre documentado con causa raiz y solucion aplicada para enriquecer la base de conocimiento.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8_tickets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Mesa de soporte IT y control de tickets operativos (URL: /portal-tickets)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GOBERNANZA Y AUDITORIA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Panel de Administracion y Bitacora de Auditoria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Control granular de usuarios, matriz de permisos por boton y registro de acciones criticas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OBJETIVO Y FUNCION OPERATIVA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Asegurar el control de accesos a nivel granular, impidiendo modificaciones no autorizadas en produccion.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Administrar el directorio de colaboradores de la planta, sus departamentos y roles asignados.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Mantener un registro inmutable (auditoria en tiempo real) de cada transaccion efectuada en el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COMO INTERACTUA EL USUARIO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El administrador gestiona altas, bajas y modificacion de roles y contrasenas de operadores.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Configura la matriz de permisos activando o desactivando botones individuales de la interfaz.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Consulta el modulo de auditoria para inspeccionar que usuario modifico un dato sensible, cuando y desde que 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8616"/>
            <a:ext cx="4297680" cy="144475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53B9"/>
                </a:solidFill>
                <a:latin typeface="Arial"/>
              </a:defRPr>
            </a:pPr>
            <a:r>
              <a:t>SEGURIDAD Y TRAZABILIDAD DE SISTEMA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Invocacion automatica de `registrar_auditoria()` en cada evento de insercion, actualizacion o borrado.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Separacion estricta de responsabilidades entre planeacion, calidad, almacen y administracion.</a:t>
            </a:r>
          </a:p>
          <a:p>
            <a:pPr>
              <a:spcBef>
                <a:spcPts val="200"/>
              </a:spcBef>
              <a:defRPr sz="950">
                <a:solidFill>
                  <a:srgbClr val="1E232D"/>
                </a:solidFill>
                <a:latin typeface="Calibri"/>
              </a:defRPr>
            </a:pPr>
            <a:r>
              <a:t>- Cumplimiento total con estandares de seguridad informatica y trazabilidad corporativa.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6248095" cy="4590288"/>
          </a:xfrm>
          <a:prstGeom prst="roundRect">
            <a:avLst/>
          </a:prstGeom>
          <a:solidFill>
            <a:srgbClr val="F0F3F8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0_adm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6101791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9240" y="6025896"/>
            <a:ext cx="5973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05A69"/>
                </a:solidFill>
                <a:latin typeface="Calibri"/>
              </a:defRPr>
            </a:pPr>
            <a:r>
              <a:t>Captura del Sistema en Vivo: Consola de administracion de usuarios y roles (URL: /admin/panel)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53B9"/>
                </a:solidFill>
                <a:latin typeface="Arial"/>
              </a:defRPr>
            </a:pPr>
            <a:r>
              <a:t>CONCLUSION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Arial"/>
              </a:defRPr>
            </a:pPr>
            <a:r>
              <a:t>Impacto Operativo y Valor Estrategico de ILSAN MES</a:t>
            </a:r>
          </a:p>
          <a:p>
            <a:pPr>
              <a:spcBef>
                <a:spcPts val="300"/>
              </a:spcBef>
              <a:defRPr sz="1150">
                <a:solidFill>
                  <a:srgbClr val="505A69"/>
                </a:solidFill>
                <a:latin typeface="Calibri"/>
              </a:defRPr>
            </a:pPr>
            <a:r>
              <a:t>Sintesis de los beneficios directos obtenidos en productividad, costo y satisfaccion de clientes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D"/>
                </a:solidFill>
                <a:latin typeface="Calibri"/>
              </a:defRPr>
            </a:pPr>
            <a:r>
              <a:t>ILSAN Electronics | Sistema de Ejecucion de Manufactura (MES) | Documentacion de Operacion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Calibri"/>
              </a:defRPr>
            </a:pPr>
            <a:r>
              <a:t>24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85232" cy="21031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194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53B9"/>
                </a:solidFill>
                <a:latin typeface="Arial"/>
              </a:defRPr>
            </a:pPr>
            <a:r>
              <a:t>BLINDAJE DE CALIDAD Y CERO DEFECTOS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Eliminacion de errores humanos gracias al Interlock automatico en maquinas y compuertas LQC/OQC.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Aseguramiento de Golden Sample antes de producir cualquier lote masivo.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Reduccion drastica del costo de no calidad y eliminacion de retrabajos innecesarios.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85232" cy="21031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9194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53B9"/>
                </a:solidFill>
                <a:latin typeface="Arial"/>
              </a:defRPr>
            </a:pPr>
            <a:r>
              <a:t>TRAZABILIDAD TOTAL Y CUMPLIMIENTO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Capacidad de auditoria genealogica en tiempo real a nivel de componente individual en PCB.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Cumplimiento garantizado con estandares automotrices e industriales de clase mundial.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Respuesta inmediata y delimitada ante cualquier eventualidad de garantia o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285232" cy="21031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9194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53B9"/>
                </a:solidFill>
                <a:latin typeface="Arial"/>
              </a:defRPr>
            </a:pPr>
            <a:r>
              <a:t>DISCIPLINA LOGISTICA Y REDUCCION DE COSTOS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Control estricto de rotacion FIFO en producto terminado, evitando rezagos y obsolescencia.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Monitoreo predictivo de desgaste de herramentales criticos (stencils de soldadura y cuchillas).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Exactitud en inventarios de materia prima por rollo, eliminando descuadres en almacen.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69080"/>
            <a:ext cx="5285232" cy="21031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06240"/>
            <a:ext cx="49194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53B9"/>
                </a:solidFill>
                <a:latin typeface="Arial"/>
              </a:defRPr>
            </a:pPr>
            <a:r>
              <a:t>ECOSISTEMA DIGITAL UNIFICADO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Plataforma centralizada y robusta que conecta almacen, calidad, produccion y soporte IT.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Navegacion agil, carga dinamica asincrona y soporte para terminales de mano industriales PDA.</a:t>
            </a:r>
          </a:p>
          <a:p>
            <a:pPr>
              <a:spcBef>
                <a:spcPts val="400"/>
              </a:spcBef>
              <a:defRPr sz="1000">
                <a:solidFill>
                  <a:srgbClr val="1E232D"/>
                </a:solidFill>
                <a:latin typeface="Calibri"/>
              </a:defRPr>
            </a:pPr>
            <a:r>
              <a:t>- Escalabilidad garantizada para soportar el crecimiento sostenido de las lineas de fabricacion.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